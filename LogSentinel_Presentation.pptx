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A5222CF-5F84-47A6-9339-B2AD4F596AB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E57372C-91A5-4BAE-9029-7350EDED9EB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963E667-1FB4-40AF-8F88-C8F9E236562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mailto:e.kolesov@innopolis.university" TargetMode="External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LogSentinel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Egor Kolesov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e.kolesov@innopolis.university</a:t>
            </a:r>
            <a:br>
              <a:rPr sz="3200"/>
            </a:b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CSE-01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Users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249200" y="1828800"/>
            <a:ext cx="8123400" cy="2646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System administrators and DevOps engineers managing Linux servers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Need real-time visibility into SSH brute-force attacks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Want to avoid deploying complex SIEM infrastructure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Problem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685800" y="2240640"/>
            <a:ext cx="8784360" cy="1645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Servers constantly probed by automated brute-force attacks targeting SSH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Admins often don't notice until it's too late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Existing tools like fail2ban lack web dashboard, structured alerting, or geographic enrichment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Solution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85800" y="174096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LogSentinel tails /var/log/auth.log in real time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Detects brute-force patterns and auto-blocks offending IPs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Enriches alerts with GeoIP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Surfaces everything through a dark-themed web dashboard with JSON API and Prometheus metrics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It Was Built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Python 3.11+ with strict type checking (mypy --strict) and flake8 linting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148 unit tests across 40+ source files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Docker Compose orchestrates 3 independent containers (worker, web, telegram) sharing a SQLite volume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Version 1 — Core Services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EventBroker (pub/sub), ThresholdDetector (sliding-window), FirewallStrategy (UFW/NoOp)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AlertRepository (Peewee + SQLite), CommandHandler + CLI, Telegram adapter, SSH log parser, Flask dashboard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Version 2 — Platform Services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Plugin system (LogParserPlugin ABC + ParserRegistry) for extensible log parsing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GeoIP enrichment pipeline (mock + MaxMind provider)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AlertChannel abstraction (console, Telegram-ready)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Prometheus MetricsCollector + /metrics endpoint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Authenticated block/unblock API (Bearer token RBAC)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Arial"/>
              <a:buChar char="–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Telegram bot as standalone service with admin commands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Pipeline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"/>
          <p:cNvPicPr/>
          <p:nvPr/>
        </p:nvPicPr>
        <p:blipFill>
          <a:blip r:embed="rId1"/>
          <a:stretch/>
        </p:blipFill>
        <p:spPr>
          <a:xfrm>
            <a:off x="435960" y="1600200"/>
            <a:ext cx="9165240" cy="2829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Application>LibreOffice/26.2.1.2$Linux_X86_64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2026-04-09T14:22:58Z</dcterms:created>
  <dc:creator/>
  <dc:description/>
  <dc:language>en-US</dc:language>
  <cp:lastModifiedBy/>
  <dcterms:modified xsi:type="dcterms:W3CDTF">2026-04-09T15:25:20Z</dcterms:modified>
  <cp:revision>1</cp:revision>
  <dc:subject/>
  <dc:title/>
</cp:coreProperties>
</file>