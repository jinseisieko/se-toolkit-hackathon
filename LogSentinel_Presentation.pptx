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LogSentinel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Real-Time Server Security Monitor</a:t>
            </a:r>
          </a:p>
          <a:p/>
          <a:p>
            <a:r>
              <a:t>Name: jinseisieko</a:t>
            </a:r>
          </a:p>
          <a:p>
            <a:r>
              <a:t>Email: jinseisieko@university.edu</a:t>
            </a:r>
          </a:p>
          <a:p>
            <a:r>
              <a:t>Group: [Your Group]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000"/>
              </a:spcBef>
              <a:defRPr b="1" sz="1800"/>
            </a:pPr>
            <a:r>
              <a:t>End Users</a:t>
            </a:r>
          </a:p>
          <a:p>
            <a:pPr lvl="1">
              <a:spcBef>
                <a:spcPts val="400"/>
              </a:spcBef>
              <a:defRPr sz="1400"/>
            </a:pPr>
            <a:r>
              <a:t>System administrators and DevOps engineers managing Linux servers</a:t>
            </a:r>
          </a:p>
          <a:p>
            <a:pPr lvl="1">
              <a:spcBef>
                <a:spcPts val="400"/>
              </a:spcBef>
              <a:defRPr sz="1400"/>
            </a:pPr>
            <a:r>
              <a:t>Need real-time visibility into SSH brute-force attacks</a:t>
            </a:r>
          </a:p>
          <a:p>
            <a:pPr lvl="1">
              <a:spcBef>
                <a:spcPts val="400"/>
              </a:spcBef>
              <a:defRPr sz="1400"/>
            </a:pPr>
            <a:r>
              <a:t>Want to avoid deploying complex SIEM infrastructure</a:t>
            </a:r>
          </a:p>
          <a:p>
            <a:pPr>
              <a:spcBef>
                <a:spcPts val="1000"/>
              </a:spcBef>
              <a:defRPr b="1" sz="1800"/>
            </a:pPr>
            <a:r>
              <a:t>The Problem</a:t>
            </a:r>
          </a:p>
          <a:p>
            <a:pPr lvl="1">
              <a:spcBef>
                <a:spcPts val="400"/>
              </a:spcBef>
              <a:defRPr sz="1400"/>
            </a:pPr>
            <a:r>
              <a:t>Servers constantly probed by automated brute-force attacks targeting SSH</a:t>
            </a:r>
          </a:p>
          <a:p>
            <a:pPr lvl="1">
              <a:spcBef>
                <a:spcPts val="400"/>
              </a:spcBef>
              <a:defRPr sz="1400"/>
            </a:pPr>
            <a:r>
              <a:t>Admins often don't notice until it's too late</a:t>
            </a:r>
          </a:p>
          <a:p>
            <a:pPr lvl="1">
              <a:spcBef>
                <a:spcPts val="400"/>
              </a:spcBef>
              <a:defRPr sz="1400"/>
            </a:pPr>
            <a:r>
              <a:t>Existing tools like fail2ban lack web dashboard, structured alerting, or geographic enrichment</a:t>
            </a:r>
          </a:p>
          <a:p>
            <a:pPr>
              <a:spcBef>
                <a:spcPts val="1000"/>
              </a:spcBef>
              <a:defRPr b="1" sz="1800"/>
            </a:pPr>
            <a:r>
              <a:t>The Solution</a:t>
            </a:r>
          </a:p>
          <a:p>
            <a:pPr lvl="1">
              <a:spcBef>
                <a:spcPts val="400"/>
              </a:spcBef>
              <a:defRPr sz="1400"/>
            </a:pPr>
            <a:r>
              <a:t>LogSentinel tails /var/log/auth.log in real time</a:t>
            </a:r>
          </a:p>
          <a:p>
            <a:pPr lvl="1">
              <a:spcBef>
                <a:spcPts val="400"/>
              </a:spcBef>
              <a:defRPr sz="1400"/>
            </a:pPr>
            <a:r>
              <a:t>Detects brute-force patterns and auto-blocks offending IPs</a:t>
            </a:r>
          </a:p>
          <a:p>
            <a:pPr lvl="1">
              <a:spcBef>
                <a:spcPts val="400"/>
              </a:spcBef>
              <a:defRPr sz="1400"/>
            </a:pPr>
            <a:r>
              <a:t>Enriches alerts with GeoIP data</a:t>
            </a:r>
          </a:p>
          <a:p>
            <a:pPr lvl="1">
              <a:spcBef>
                <a:spcPts val="400"/>
              </a:spcBef>
              <a:defRPr sz="1400"/>
            </a:pPr>
            <a:r>
              <a:t>Surfaces everything through a dark-themed web dashboard with JSON API and Prometheus metrics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000"/>
              </a:spcBef>
              <a:defRPr b="1" sz="1800"/>
            </a:pPr>
            <a:r>
              <a:t>How It Was Built</a:t>
            </a:r>
          </a:p>
          <a:p>
            <a:pPr lvl="1">
              <a:spcBef>
                <a:spcPts val="400"/>
              </a:spcBef>
              <a:defRPr sz="1400"/>
            </a:pPr>
            <a:r>
              <a:t>Python 3.11+ with strict type checking (mypy --strict) and flake8 linting</a:t>
            </a:r>
          </a:p>
          <a:p>
            <a:pPr lvl="1">
              <a:spcBef>
                <a:spcPts val="400"/>
              </a:spcBef>
              <a:defRPr sz="1400"/>
            </a:pPr>
            <a:r>
              <a:t>148 unit tests across 40+ source files</a:t>
            </a:r>
          </a:p>
          <a:p>
            <a:pPr lvl="1">
              <a:spcBef>
                <a:spcPts val="400"/>
              </a:spcBef>
              <a:defRPr sz="1400"/>
            </a:pPr>
            <a:r>
              <a:t>7 design patterns: Observer, Strategy, Factory, Repository, Adapter, Template Method, Application Factory</a:t>
            </a:r>
          </a:p>
          <a:p>
            <a:pPr lvl="1">
              <a:spcBef>
                <a:spcPts val="400"/>
              </a:spcBef>
              <a:defRPr sz="1400"/>
            </a:pPr>
            <a:r>
              <a:t>Docker Compose orchestrates 3 independent containers (worker, web, telegram) sharing a SQLite volume</a:t>
            </a:r>
          </a:p>
          <a:p>
            <a:pPr>
              <a:spcBef>
                <a:spcPts val="1000"/>
              </a:spcBef>
              <a:defRPr b="1" sz="1800"/>
            </a:pPr>
            <a:r>
              <a:t>Version 1 — Core Services</a:t>
            </a:r>
          </a:p>
          <a:p>
            <a:pPr lvl="1">
              <a:spcBef>
                <a:spcPts val="400"/>
              </a:spcBef>
              <a:defRPr sz="1400"/>
            </a:pPr>
            <a:r>
              <a:t>EventBroker (pub/sub), ThresholdDetector (sliding-window), FirewallStrategy (UFW/NoOp)</a:t>
            </a:r>
          </a:p>
          <a:p>
            <a:pPr lvl="1">
              <a:spcBef>
                <a:spcPts val="400"/>
              </a:spcBef>
              <a:defRPr sz="1400"/>
            </a:pPr>
            <a:r>
              <a:t>AlertRepository (Peewee + SQLite), CommandHandler + CLI, Telegram adapter, SSH log parser, Flask dashboard</a:t>
            </a:r>
          </a:p>
          <a:p>
            <a:pPr>
              <a:spcBef>
                <a:spcPts val="1000"/>
              </a:spcBef>
              <a:defRPr b="1" sz="1800"/>
            </a:pPr>
            <a:r>
              <a:t>Version 2 — Platform Services</a:t>
            </a:r>
          </a:p>
          <a:p>
            <a:pPr lvl="1">
              <a:spcBef>
                <a:spcPts val="400"/>
              </a:spcBef>
              <a:defRPr sz="1400"/>
            </a:pPr>
            <a:r>
              <a:t>Plugin system (LogParserPlugin ABC + ParserRegistry) for extensible log parsing</a:t>
            </a:r>
          </a:p>
          <a:p>
            <a:pPr lvl="1">
              <a:spcBef>
                <a:spcPts val="400"/>
              </a:spcBef>
              <a:defRPr sz="1400"/>
            </a:pPr>
            <a:r>
              <a:t>GeoIP enrichment pipeline (mock + MaxMind provider)</a:t>
            </a:r>
          </a:p>
          <a:p>
            <a:pPr lvl="1">
              <a:spcBef>
                <a:spcPts val="400"/>
              </a:spcBef>
              <a:defRPr sz="1400"/>
            </a:pPr>
            <a:r>
              <a:t>AlertChannel abstraction (console, Telegram-ready)</a:t>
            </a:r>
          </a:p>
          <a:p>
            <a:pPr lvl="1">
              <a:spcBef>
                <a:spcPts val="400"/>
              </a:spcBef>
              <a:defRPr sz="1400"/>
            </a:pPr>
            <a:r>
              <a:t>Prometheus MetricsCollector + /metrics endpoint</a:t>
            </a:r>
          </a:p>
          <a:p>
            <a:pPr lvl="1">
              <a:spcBef>
                <a:spcPts val="400"/>
              </a:spcBef>
              <a:defRPr sz="1400"/>
            </a:pPr>
            <a:r>
              <a:t>Authenticated block/unblock API (Bearer token RBAC)</a:t>
            </a:r>
          </a:p>
          <a:p>
            <a:pPr lvl="1">
              <a:spcBef>
                <a:spcPts val="400"/>
              </a:spcBef>
              <a:defRPr sz="1400"/>
            </a:pPr>
            <a:r>
              <a:t>Telegram bot as standalone service with admin commands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Pre-Recorded Video Demonstration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8229600" cy="3200400"/>
          </a:xfrm>
          <a:prstGeom prst="roundRect">
            <a:avLst/>
          </a:prstGeom>
          <a:solidFill>
            <a:srgbClr val="F0F0F0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[VIDEO PLACEHOLDER]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Insert your 2-minute video with voice-over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9496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/>
            </a:pPr>
            <a:r>
              <a:t>Recommended coverage:</a:t>
            </a:r>
          </a:p>
          <a:p>
            <a:pPr lvl="1">
              <a:defRPr sz="1100"/>
            </a:pPr>
            <a:r>
              <a:t>1. Deploy with docker compose up --build -d</a:t>
            </a:r>
          </a:p>
          <a:p>
            <a:pPr lvl="1">
              <a:defRPr sz="1100"/>
            </a:pPr>
            <a:r>
              <a:t>2. Show simulated SSH brute-force attack being detected</a:t>
            </a:r>
          </a:p>
          <a:p>
            <a:pPr lvl="1">
              <a:defRPr sz="1100"/>
            </a:pPr>
            <a:r>
              <a:t>3. Open dashboard at http://&lt;VM_IP&gt;:5000 — stats cards, alert table, blocked IPs</a:t>
            </a:r>
          </a:p>
          <a:p>
            <a:pPr lvl="1">
              <a:defRPr sz="1100"/>
            </a:pPr>
            <a:r>
              <a:t>4. Demonstrate blocking an IP via the dashboard (with token)</a:t>
            </a:r>
          </a:p>
          <a:p>
            <a:pPr lvl="1">
              <a:defRPr sz="1100"/>
            </a:pPr>
            <a:r>
              <a:t>5. Show /api/alerts JSON endpoint and /metrics Prometheus output</a:t>
            </a:r>
          </a:p>
          <a:p>
            <a:pPr lvl="1">
              <a:defRPr sz="1100"/>
            </a:pPr>
            <a:r>
              <a:t>6. Highlight color-coded IPs (green=active, red=blocked) and toast notifications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/>
            </a:pPr>
            <a:r>
              <a:t>GitHub Repository</a:t>
            </a:r>
          </a:p>
          <a:p>
            <a:pPr>
              <a:defRPr sz="1400">
                <a:solidFill>
                  <a:srgbClr val="0066CC"/>
                </a:solidFill>
              </a:defRPr>
            </a:pPr>
            <a:r>
              <a:t>https://github.com/jinseisieko/se-toolkit-hackathon</a:t>
            </a:r>
          </a:p>
          <a:p>
            <a:br/>
            <a:pPr>
              <a:defRPr sz="1200" i="1"/>
            </a:pPr>
            <a:r>
              <a:t>[QR CODE: Insert QR pointing to the GitHub repo]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371600"/>
            <a:ext cx="4114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/>
            </a:pPr>
            <a:r>
              <a:t>Deployed Product</a:t>
            </a:r>
          </a:p>
          <a:p>
            <a:pPr>
              <a:defRPr sz="1400"/>
            </a:pPr>
            <a:r>
              <a:t>Dashboard: http://&lt;VM_IP&gt;:5000</a:t>
            </a:r>
          </a:p>
          <a:p>
            <a:pPr>
              <a:defRPr sz="1200" i="1"/>
            </a:pPr>
            <a:r>
              <a:t>(Deployed on Ubuntu VM via Docker Compose)</a:t>
            </a:r>
          </a:p>
          <a:p>
            <a:br/>
            <a:pPr>
              <a:defRPr sz="1200" i="1"/>
            </a:pPr>
            <a:r>
              <a:t>[QR CODE: Insert QR pointing to the live dashboard]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/>
            </a:pPr>
            <a:r>
              <a:t>Note: Replace &lt;VM_IP&gt; with your actual deployed VM address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